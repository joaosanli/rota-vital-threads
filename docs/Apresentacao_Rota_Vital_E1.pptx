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3273552" cy="6858000"/>
          </a:xfrm>
          <a:prstGeom prst="rect">
            <a:avLst/>
          </a:prstGeom>
          <a:solidFill>
            <a:srgbClr val="1B303C"/>
          </a:solidFill>
          <a:ln w="12700">
            <a:solidFill>
              <a:srgbClr val="1B3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731520"/>
            <a:ext cx="3346704" cy="356616"/>
          </a:xfrm>
          <a:prstGeom prst="roundRect">
            <a:avLst>
              <a:gd name="adj" fmla="val 38462"/>
            </a:avLst>
          </a:prstGeom>
          <a:solidFill>
            <a:srgbClr val="30424C"/>
          </a:solidFill>
          <a:ln w="12700">
            <a:solidFill>
              <a:srgbClr val="3042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80010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INTEGRADOR  ·  2026.2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14630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C0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 · Container automatizado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22376" y="3154680"/>
            <a:ext cx="8595360" cy="22860"/>
          </a:xfrm>
          <a:prstGeom prst="rect">
            <a:avLst/>
          </a:prstGeom>
          <a:solidFill>
            <a:srgbClr val="5A7585"/>
          </a:solidFill>
          <a:ln w="12700">
            <a:solidFill>
              <a:srgbClr val="5A75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44728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F1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Infraestrutura de Software  |  Análise e Desenvolvimento de Sistemas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407822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D0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Professor: Raoni Monteiro de Oliveira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19472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8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João Lucas Santos Lira   •   Mariana Ferreira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DE8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Thaissa Fernandes   •   Priscila Maciel de Lima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08592" y="6217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A0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CESAR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1  /  CONTAINER AUTOMATIZADO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 problema a E1 resolve?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8E0E3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64808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  •  CESAR SCHOOL  •  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64808" y="17099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Agora, com Docker Compose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" y="2194560"/>
            <a:ext cx="5257800" cy="3209544"/>
          </a:xfrm>
          <a:prstGeom prst="roundRect">
            <a:avLst>
              <a:gd name="adj" fmla="val 4274"/>
            </a:avLst>
          </a:prstGeom>
          <a:solidFill>
            <a:srgbClr val="EEF2F4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18504" y="2194560"/>
            <a:ext cx="5257800" cy="3209544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2642616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514600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Configuração manual da máquina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50392" y="3502152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374136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PostgreSQL persistente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0392" y="4361688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233672"/>
            <a:ext cx="4407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 checagem de saúde dos serviços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56248" y="2642616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7416" y="2514600"/>
            <a:ext cx="4489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+ PostgreSQL com um comando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56248" y="3502152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374136"/>
            <a:ext cx="4489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 mantém o histórico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56248" y="4361688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4233672"/>
            <a:ext cx="4489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Healthcheck e testes no build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5528" y="570585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Meta: qualquer integrante conseguir subir o PI em um ambiente consistente.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1  /  CONTAINER AUTOMATIZADO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os serviços se conectam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8E0E3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64808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  •  CESAR SCHOOL  •  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1074420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965960"/>
            <a:ext cx="2816352" cy="356616"/>
          </a:xfrm>
          <a:prstGeom prst="roundRect">
            <a:avLst>
              <a:gd name="adj" fmla="val 38462"/>
            </a:avLst>
          </a:prstGeom>
          <a:solidFill>
            <a:srgbClr val="E5F4F0"/>
          </a:solidFill>
          <a:ln w="12700">
            <a:solidFill>
              <a:srgbClr val="E5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203454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7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 INTERNA DO COMPOSE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743200"/>
            <a:ext cx="2359152" cy="1435608"/>
          </a:xfrm>
          <a:prstGeom prst="roundRect">
            <a:avLst>
              <a:gd name="adj" fmla="val 9554"/>
            </a:avLst>
          </a:prstGeom>
          <a:solidFill>
            <a:srgbClr val="FFF2E9"/>
          </a:solidFill>
          <a:ln w="12700">
            <a:solidFill>
              <a:srgbClr val="F6C2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2935224"/>
            <a:ext cx="1947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16152" y="34472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localhost:8080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9704" y="2743200"/>
            <a:ext cx="2871216" cy="1435608"/>
          </a:xfrm>
          <a:prstGeom prst="roundRect">
            <a:avLst>
              <a:gd name="adj" fmla="val 9554"/>
            </a:avLst>
          </a:prstGeom>
          <a:solidFill>
            <a:srgbClr val="EAF0F4"/>
          </a:solidFill>
          <a:ln w="12700">
            <a:solidFill>
              <a:srgbClr val="BDD1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935224"/>
            <a:ext cx="23042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 ·  JAVA 21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72584" y="3392424"/>
            <a:ext cx="2487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/actuator/health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5048" y="2743200"/>
            <a:ext cx="2377440" cy="1435608"/>
          </a:xfrm>
          <a:prstGeom prst="roundRect">
            <a:avLst>
              <a:gd name="adj" fmla="val 9554"/>
            </a:avLst>
          </a:prstGeom>
          <a:solidFill>
            <a:srgbClr val="E5F4F0"/>
          </a:solidFill>
          <a:ln w="12700">
            <a:solidFill>
              <a:srgbClr val="99D1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2935224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7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345643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16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47288" y="3465576"/>
            <a:ext cx="1051560" cy="0"/>
          </a:xfrm>
          <a:prstGeom prst="line">
            <a:avLst/>
          </a:prstGeom>
          <a:noFill/>
          <a:ln w="38100">
            <a:solidFill>
              <a:srgbClr val="EF6C2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3465576"/>
            <a:ext cx="1024128" cy="0"/>
          </a:xfrm>
          <a:prstGeom prst="line">
            <a:avLst/>
          </a:prstGeom>
          <a:noFill/>
          <a:ln w="38100">
            <a:solidFill>
              <a:srgbClr val="EF6C2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823960" y="4562856"/>
            <a:ext cx="1472184" cy="420624"/>
          </a:xfrm>
          <a:prstGeom prst="rect">
            <a:avLst/>
          </a:prstGeom>
          <a:solidFill>
            <a:srgbClr val="EBF1F3"/>
          </a:solidFill>
          <a:ln w="12700">
            <a:solidFill>
              <a:srgbClr val="EBF1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79408" y="467258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7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55480" y="4187952"/>
            <a:ext cx="0" cy="384048"/>
          </a:xfrm>
          <a:prstGeom prst="line">
            <a:avLst/>
          </a:prstGeom>
          <a:noFill/>
          <a:ln w="25400">
            <a:solidFill>
              <a:srgbClr val="237660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161288" y="4745736"/>
            <a:ext cx="70043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Cálculos de cruzamento permanecem em memória.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PostgreSQL armazena metadados das gerações.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1  /  CONTAINER AUTOMATIZADO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executar o projeto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8E0E3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64808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  •  CESAR SCHOOL  •  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19072"/>
            <a:ext cx="10744200" cy="1133856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975104"/>
            <a:ext cx="585216" cy="585216"/>
          </a:xfrm>
          <a:prstGeom prst="roundRect">
            <a:avLst>
              <a:gd name="adj" fmla="val 23438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121408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3936" y="1929384"/>
            <a:ext cx="3730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as variáveis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32120" y="1911096"/>
            <a:ext cx="5596128" cy="713232"/>
          </a:xfrm>
          <a:prstGeom prst="rect">
            <a:avLst/>
          </a:prstGeom>
          <a:solidFill>
            <a:srgbClr val="20323F"/>
          </a:solidFill>
          <a:ln w="12700">
            <a:solidFill>
              <a:srgbClr val="203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121408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 .env.example .env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054096"/>
            <a:ext cx="10744200" cy="1133856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1832" y="3310128"/>
            <a:ext cx="585216" cy="585216"/>
          </a:xfrm>
          <a:prstGeom prst="roundRect">
            <a:avLst>
              <a:gd name="adj" fmla="val 23438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456432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3936" y="3264408"/>
            <a:ext cx="3730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a senha local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32120" y="3246120"/>
            <a:ext cx="5596128" cy="713232"/>
          </a:xfrm>
          <a:prstGeom prst="rect">
            <a:avLst/>
          </a:prstGeom>
          <a:solidFill>
            <a:srgbClr val="20323F"/>
          </a:solidFill>
          <a:ln w="12700">
            <a:solidFill>
              <a:srgbClr val="2032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3456432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Editar DB_PASSWORD no .env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31520" y="4389120"/>
            <a:ext cx="10744200" cy="1133856"/>
          </a:xfrm>
          <a:prstGeom prst="roundRect">
            <a:avLst>
              <a:gd name="adj" fmla="val 12097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" y="4645152"/>
            <a:ext cx="585216" cy="585216"/>
          </a:xfrm>
          <a:prstGeom prst="roundRect">
            <a:avLst>
              <a:gd name="adj" fmla="val 23438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791456"/>
            <a:ext cx="393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73936" y="4599432"/>
            <a:ext cx="37307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Subir API + banco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532120" y="4581144"/>
            <a:ext cx="5596128" cy="713232"/>
          </a:xfrm>
          <a:prstGeom prst="rect">
            <a:avLst/>
          </a:prstGeom>
          <a:solidFill>
            <a:srgbClr val="20323F"/>
          </a:solidFill>
          <a:ln w="12700">
            <a:solidFill>
              <a:srgbClr val="2032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4791456"/>
            <a:ext cx="5276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up -d --build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" y="5779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Depois, conferir: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24912" y="5779008"/>
            <a:ext cx="8558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 ps     •     curl localhost:8080/actuator/health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1  /  CONTAINER AUTOMATIZADO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que fizemos assim?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8E0E3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64808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  •  CESAR SCHOOL  •  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1874520"/>
            <a:ext cx="349300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2157984"/>
            <a:ext cx="530352" cy="530352"/>
          </a:xfrm>
          <a:prstGeom prst="roundRect">
            <a:avLst>
              <a:gd name="adj" fmla="val 25862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3564" y="2267712"/>
            <a:ext cx="192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41832" y="2880360"/>
            <a:ext cx="3035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em dois estágios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50976" y="3739896"/>
            <a:ext cx="2935224" cy="20117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005072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Maven + JDK compila e roda os testes.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imagem final leva apenas JRE + JAR.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16552" y="1874520"/>
            <a:ext cx="349300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2157984"/>
            <a:ext cx="530352" cy="530352"/>
          </a:xfrm>
          <a:prstGeom prst="roundRect">
            <a:avLst>
              <a:gd name="adj" fmla="val 25862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6884" y="2267712"/>
            <a:ext cx="192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45152" y="2880360"/>
            <a:ext cx="3035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com volume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4654296" y="3739896"/>
            <a:ext cx="2935224" cy="20117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005072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histórico é persistido e sobrevive ao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reinício dos contêineres.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3493008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0184" y="2157984"/>
            <a:ext cx="530352" cy="530352"/>
          </a:xfrm>
          <a:prstGeom prst="roundRect">
            <a:avLst>
              <a:gd name="adj" fmla="val 25862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90204" y="2267712"/>
            <a:ext cx="1920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48472" y="2880360"/>
            <a:ext cx="303580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Saúde e configuração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8357616" y="3739896"/>
            <a:ext cx="2935224" cy="20117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4005072"/>
            <a:ext cx="30358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pg_isready + Actuator; senha e porta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definidas fora do código.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5751576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Todas as justificativas, alternativas e decisões estão documentadas no README.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A"/>
          </a:solidFill>
          <a:ln w="12700">
            <a:solidFill>
              <a:srgbClr val="F7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1  /  CONTAINER AUTOMATIZADO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entregamos e o que falta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6355080"/>
            <a:ext cx="11064240" cy="13716"/>
          </a:xfrm>
          <a:prstGeom prst="rect">
            <a:avLst/>
          </a:prstGeom>
          <a:solidFill>
            <a:srgbClr val="D8E0E3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64808"/>
            <a:ext cx="7315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 VITAL  •  CESAR SCHOOL  •  ADS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09960" y="6437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2376" y="1773936"/>
            <a:ext cx="5175504" cy="3438144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54496" y="1773936"/>
            <a:ext cx="5212080" cy="3438144"/>
          </a:xfrm>
          <a:prstGeom prst="roundRect">
            <a:avLst>
              <a:gd name="adj" fmla="val 3989"/>
            </a:avLst>
          </a:prstGeom>
          <a:solidFill>
            <a:srgbClr val="FFFFFF"/>
          </a:solidFill>
          <a:ln w="12700">
            <a:solidFill>
              <a:srgbClr val="D8E0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4984" y="2011680"/>
            <a:ext cx="1993392" cy="356616"/>
          </a:xfrm>
          <a:prstGeom prst="roundRect">
            <a:avLst>
              <a:gd name="adj" fmla="val 38462"/>
            </a:avLst>
          </a:prstGeom>
          <a:solidFill>
            <a:srgbClr val="E5F4F0"/>
          </a:solidFill>
          <a:ln w="12700">
            <a:solidFill>
              <a:srgbClr val="E5F4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2080260"/>
            <a:ext cx="1773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76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  ·  PREPARADA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19672" y="2011680"/>
            <a:ext cx="3310128" cy="356616"/>
          </a:xfrm>
          <a:prstGeom prst="roundRect">
            <a:avLst>
              <a:gd name="adj" fmla="val 38462"/>
            </a:avLst>
          </a:prstGeom>
          <a:solidFill>
            <a:srgbClr val="FFF2E9"/>
          </a:solidFill>
          <a:ln w="12700">
            <a:solidFill>
              <a:srgbClr val="FFF2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080260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6C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VALIDAR / PRÓXIMAS ETAPAS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" y="2743200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615184"/>
            <a:ext cx="4325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Dockerfile multi-stage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33272" y="3401568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273552"/>
            <a:ext cx="4325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compose.yaml + banco + volume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1033272" y="4059936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931920"/>
            <a:ext cx="4325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.env.example + README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47104" y="2743200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2615184"/>
            <a:ext cx="4361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real do Compose saudável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47104" y="3401568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3273552"/>
            <a:ext cx="4361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Capturas da API e da persistência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47104" y="4059936"/>
            <a:ext cx="86868" cy="86868"/>
          </a:xfrm>
          <a:prstGeom prst="rect">
            <a:avLst/>
          </a:prstGeom>
          <a:solidFill>
            <a:srgbClr val="EF6C28"/>
          </a:solidFill>
          <a:ln w="12700">
            <a:solidFill>
              <a:srgbClr val="EF6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3931920"/>
            <a:ext cx="4361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E2: TDD  •  E3: deploy público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" y="5440680"/>
            <a:ext cx="10314432" cy="512064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4712" y="5568696"/>
            <a:ext cx="9893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337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IA declarado no README; a revisão, execução e evidências dependem do grupo.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CESAR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 Vital | E1 - Container automatizado</dc:title>
  <dc:subject>Primeira entrega E1 do PI - Infraestrutura de Software</dc:subject>
  <dc:creator>Grupo Rota Vital - CESAR School</dc:creator>
  <cp:lastModifiedBy>Grupo Rota Vital - CESAR School</cp:lastModifiedBy>
  <cp:revision>1</cp:revision>
  <dcterms:created xsi:type="dcterms:W3CDTF">2026-10-20T17:45:54Z</dcterms:created>
  <dcterms:modified xsi:type="dcterms:W3CDTF">2026-10-20T17:45:54Z</dcterms:modified>
</cp:coreProperties>
</file>